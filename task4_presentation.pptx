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Data Storytelling &amp; Statistical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 4 - Data Analytics Internship</a:t>
            </a:r>
          </a:p>
          <a:p>
            <a:r>
              <a:t>Prepared by Neha Patra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215000.00</a:t>
            </a:r>
          </a:p>
          <a:p>
            <a:r>
              <a:t>Average Sales: 17916.67</a:t>
            </a:r>
          </a:p>
          <a:p>
            <a:r>
              <a:t>Total Records: 12</a:t>
            </a:r>
          </a:p>
          <a:p>
            <a:r>
              <a:t>Minimum Sales: 2000.00</a:t>
            </a:r>
          </a:p>
          <a:p>
            <a:r>
              <a:t>Maximum Sales: 90000.00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Category-wise sales comparison</a:t>
            </a:r>
          </a:p>
          <a:p>
            <a:r>
              <a:t>2. Product-level sales analysis</a:t>
            </a:r>
          </a:p>
          <a:p>
            <a:r>
              <a:t>3. Identification of key sales contributors</a:t>
            </a:r>
          </a:p>
          <a:p>
            <a:r>
              <a:t>4. Statistical validation of business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T-Test comparing Electronics and Furniture</a:t>
            </a:r>
          </a:p>
          <a:p>
            <a:r>
              <a:t>T-statistic: 1.3623</a:t>
            </a:r>
          </a:p>
          <a:p>
            <a:r>
              <a:t>P-value: 0.2218</a:t>
            </a:r>
          </a:p>
          <a:p>
            <a:r>
              <a:t>Conclusion: Fail to reject the null hypothesis. There is insufficient evidence of a statistically significant difference.</a:t>
            </a:r>
          </a:p>
          <a:p/>
          <a:p>
            <a:r>
              <a:t>Chi-Square Test</a:t>
            </a:r>
          </a:p>
          <a:p>
            <a:r>
              <a:t>Chi-square statistic: 12.0000</a:t>
            </a:r>
          </a:p>
          <a:p>
            <a:r>
              <a:t>P-value: 0.0620</a:t>
            </a:r>
          </a:p>
          <a:p>
            <a:r>
              <a:t>Degrees of freedom: 6</a:t>
            </a:r>
          </a:p>
          <a:p>
            <a:r>
              <a:t>Conclusion: Fail to reject the null hypothesis. There is insufficient evidence of an association between category and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summarizes sales performance, compares business groups, and applies statistical tests to examine differences and relationships.</a:t>
            </a:r>
          </a:p>
          <a:p/>
          <a:p>
            <a:r>
              <a:t>Further analysis can help support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